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822960"/>
            <a:ext cx="2560320" cy="2560320"/>
          </a:xfrm>
          <a:prstGeom prst="ellipse">
            <a:avLst/>
          </a:prstGeom>
          <a:solidFill>
            <a:srgbClr val="007A99">
              <a:alpha val="40000"/>
            </a:srgbClr>
          </a:solidFill>
          <a:ln w="12700">
            <a:solidFill>
              <a:srgbClr val="007A99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474720"/>
            <a:ext cx="1645920" cy="1645920"/>
          </a:xfrm>
          <a:prstGeom prst="ellipse">
            <a:avLst/>
          </a:prstGeom>
          <a:solidFill>
            <a:srgbClr val="00A8CC">
              <a:alpha val="30000"/>
            </a:srgbClr>
          </a:solidFill>
          <a:ln w="12700">
            <a:solidFill>
              <a:srgbClr val="00A8CC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ENGINEER SUBMISSION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Oxylabs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Task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00A8CC">
              <a:alpha val="25000"/>
            </a:srgbClr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83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Project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338328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00A8CC">
              <a:alpha val="25000"/>
            </a:srgbClr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3383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Postgres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338328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00A8CC">
              <a:alpha val="25000"/>
            </a:srgbClr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3383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Waterfall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8229600" cy="0"/>
          </a:xfrm>
          <a:prstGeom prst="line">
            <a:avLst/>
          </a:prstGeom>
          <a:noFill/>
          <a:ln w="9525">
            <a:solidFill>
              <a:srgbClr val="007A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SaaS datasets loaded from CSV  •  Output focused on monthly MRR waterfall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dbt Project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691640"/>
            <a:ext cx="640080" cy="64008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" y="2834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raw datasets as dbt sources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50876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691640"/>
            <a:ext cx="640080" cy="64008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06040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Bronze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24328" y="2834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each dataset in the bronze layer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50876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0" y="1691640"/>
            <a:ext cx="640080" cy="64008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Silver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73168" y="2834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cleaned, business-ready models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12280" y="1508760"/>
            <a:ext cx="1965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52360" y="1691640"/>
            <a:ext cx="640080" cy="64008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22008" y="2834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monthly MRR waterfall mart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Oxylabs Technical Task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D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Project is Organized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474720" cy="365760"/>
          </a:xfrm>
          <a:prstGeom prst="rect">
            <a:avLst/>
          </a:prstGeom>
          <a:solidFill>
            <a:srgbClr val="0A1F3A"/>
          </a:solidFill>
          <a:ln w="6350">
            <a:solidFill>
              <a:srgbClr val="007A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77640" y="1371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CSVs and task PDF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56232"/>
            <a:ext cx="3474720" cy="365760"/>
          </a:xfrm>
          <a:prstGeom prst="rect">
            <a:avLst/>
          </a:prstGeom>
          <a:solidFill>
            <a:srgbClr val="0A1F3A"/>
          </a:solidFill>
          <a:ln w="6350">
            <a:solidFill>
              <a:srgbClr val="007A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562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data_loader.py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77640" y="18562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Recreates schemas and loads raw CSVs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40864"/>
            <a:ext cx="3474720" cy="365760"/>
          </a:xfrm>
          <a:prstGeom prst="rect">
            <a:avLst/>
          </a:prstGeom>
          <a:solidFill>
            <a:srgbClr val="0A1F3A"/>
          </a:solidFill>
          <a:ln w="6350">
            <a:solidFill>
              <a:srgbClr val="007A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408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oxylabs/models/source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23408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source declarations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25496"/>
            <a:ext cx="3474720" cy="365760"/>
          </a:xfrm>
          <a:prstGeom prst="rect">
            <a:avLst/>
          </a:prstGeom>
          <a:solidFill>
            <a:srgbClr val="0A1F3A"/>
          </a:solidFill>
          <a:ln w="6350">
            <a:solidFill>
              <a:srgbClr val="007A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2549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oxylabs/models/bronze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77640" y="28254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Source-aligned staging views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10128"/>
            <a:ext cx="3474720" cy="365760"/>
          </a:xfrm>
          <a:prstGeom prst="rect">
            <a:avLst/>
          </a:prstGeom>
          <a:solidFill>
            <a:srgbClr val="0A1F3A"/>
          </a:solidFill>
          <a:ln w="6350">
            <a:solidFill>
              <a:srgbClr val="007A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101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oxylabs/models/silver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33101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models and account-month MRR spine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3474720" cy="365760"/>
          </a:xfrm>
          <a:prstGeom prst="rect">
            <a:avLst/>
          </a:prstGeom>
          <a:solidFill>
            <a:srgbClr val="0A1F3A"/>
          </a:solidFill>
          <a:ln w="6350">
            <a:solidFill>
              <a:srgbClr val="007A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94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oxylabs/models/gold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3794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waterfall mart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279392"/>
            <a:ext cx="3474720" cy="365760"/>
          </a:xfrm>
          <a:prstGeom prst="rect">
            <a:avLst/>
          </a:prstGeom>
          <a:solidFill>
            <a:srgbClr val="0A1F3A"/>
          </a:solidFill>
          <a:ln w="6350">
            <a:solidFill>
              <a:srgbClr val="007A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2793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oxylabs/tests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77640" y="4279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 quality checks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Oxylabs Technical Task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MODELING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Principles &amp; Conventions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64008" cy="9144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356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Bronze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7373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kept minimal — raw source data preserved as-is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371600"/>
            <a:ext cx="64008" cy="9144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4356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Silver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65192" y="17373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cast and business entities standardized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68880"/>
            <a:ext cx="64008" cy="9144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5328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Trial Exclusion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28346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subscriptions excluded from MRR calculations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246888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468880"/>
            <a:ext cx="64008" cy="9144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25328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MRR Recognition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65192" y="28346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recognized monthly from start through end month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566160"/>
            <a:ext cx="64008" cy="9144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6301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Zero-MRR Spine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" y="39319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Zero-MRR months preserved via account-month spine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00600" y="356616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566160"/>
            <a:ext cx="64008" cy="9144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36301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Bounds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65192" y="39319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bounded by dataset snapshot, not current_date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Oxylabs Technical Task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D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 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gold.gold_mrr_waterfall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206240" cy="731520"/>
          </a:xfrm>
          <a:prstGeom prst="rect">
            <a:avLst/>
          </a:prstGeom>
          <a:solidFill>
            <a:srgbClr val="0A1F3A"/>
          </a:solidFill>
          <a:ln w="6350">
            <a:solidFill>
              <a:srgbClr val="007A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721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4206240" cy="731520"/>
          </a:xfrm>
          <a:prstGeom prst="rect">
            <a:avLst/>
          </a:prstGeom>
          <a:solidFill>
            <a:srgbClr val="0A1F3A"/>
          </a:solidFill>
          <a:ln w="6350">
            <a:solidFill>
              <a:srgbClr val="007A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721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opening_mrr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348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at start of month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4206240" cy="731520"/>
          </a:xfrm>
          <a:prstGeom prst="rect">
            <a:avLst/>
          </a:prstGeom>
          <a:solidFill>
            <a:srgbClr val="0A1F3A"/>
          </a:solidFill>
          <a:ln w="6350">
            <a:solidFill>
              <a:srgbClr val="007A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40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new_mrr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651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new accounts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286000"/>
            <a:ext cx="4206240" cy="731520"/>
          </a:xfrm>
          <a:prstGeom prst="rect">
            <a:avLst/>
          </a:prstGeom>
          <a:solidFill>
            <a:srgbClr val="0A1F3A"/>
          </a:solidFill>
          <a:ln w="6350">
            <a:solidFill>
              <a:srgbClr val="007A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340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reactivation_mrr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651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Reactivated churned accounts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4206240" cy="731520"/>
          </a:xfrm>
          <a:prstGeom prst="rect">
            <a:avLst/>
          </a:prstGeom>
          <a:solidFill>
            <a:srgbClr val="0A1F3A"/>
          </a:solidFill>
          <a:ln w="6350">
            <a:solidFill>
              <a:srgbClr val="007A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095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expansion_mrr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 from existing accounts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154680"/>
            <a:ext cx="4206240" cy="731520"/>
          </a:xfrm>
          <a:prstGeom prst="rect">
            <a:avLst/>
          </a:prstGeom>
          <a:solidFill>
            <a:srgbClr val="0A1F3A"/>
          </a:solidFill>
          <a:ln w="6350">
            <a:solidFill>
              <a:srgbClr val="007A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2095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contraction_mrr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Downgrades from existing accounts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4206240" cy="731520"/>
          </a:xfrm>
          <a:prstGeom prst="rect">
            <a:avLst/>
          </a:prstGeom>
          <a:solidFill>
            <a:srgbClr val="0A1F3A"/>
          </a:solidFill>
          <a:ln w="6350">
            <a:solidFill>
              <a:srgbClr val="007A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782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churn_mrr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389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from churned accounts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4023360"/>
            <a:ext cx="4206240" cy="731520"/>
          </a:xfrm>
          <a:prstGeom prst="rect">
            <a:avLst/>
          </a:prstGeom>
          <a:solidFill>
            <a:srgbClr val="0A1F3A"/>
          </a:solidFill>
          <a:ln w="6350">
            <a:solidFill>
              <a:srgbClr val="007A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40782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closing_mrr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4389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at end of month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Oxylabs Technical Task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Quality Checks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" cy="41148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7863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399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&amp; Model Tests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166420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uniqueness and not-null tests on all sources and models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411480" cy="41148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057400"/>
            <a:ext cx="7863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084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Unique Account-Month Rows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51560" y="235000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test ensures no duplicate account-month combinations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411480" cy="41148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2743200"/>
            <a:ext cx="7863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770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Non-Negative Monthly MRR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51560" y="303580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test validates MRR values are never negative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474720"/>
            <a:ext cx="411480" cy="41148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3429000"/>
            <a:ext cx="7863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Waterfall Arithmetic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51560" y="372160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reconciliation: opening + movements = closing MRR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411480" cy="41148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4400" y="4114800"/>
            <a:ext cx="7863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4142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Data Fidelity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51560" y="440740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feature_usage.usage_id duplicates preserved intentionally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Oxylabs Technical Task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D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STATUS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Validated Locally Against Postgres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48640" cy="64008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51560" y="1371600"/>
            <a:ext cx="7726680" cy="640080"/>
          </a:xfrm>
          <a:prstGeom prst="rect">
            <a:avLst/>
          </a:prstGeom>
          <a:solidFill>
            <a:srgbClr val="0A1F3A"/>
          </a:solidFill>
          <a:ln w="6350">
            <a:solidFill>
              <a:srgbClr val="007A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4081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Data  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data_loader.py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548640" cy="64008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945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51560" y="2194560"/>
            <a:ext cx="7726680" cy="640080"/>
          </a:xfrm>
          <a:prstGeom prst="rect">
            <a:avLst/>
          </a:prstGeom>
          <a:solidFill>
            <a:srgbClr val="0A1F3A"/>
          </a:solidFill>
          <a:ln w="6350">
            <a:solidFill>
              <a:srgbClr val="007A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231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 Project  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88720" y="2514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dbt parse --project-dir oxylabs --profiles-dir oxylabs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548640" cy="64008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17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3017520"/>
            <a:ext cx="7726680" cy="640080"/>
          </a:xfrm>
          <a:prstGeom prst="rect">
            <a:avLst/>
          </a:prstGeom>
          <a:solidFill>
            <a:srgbClr val="0A1F3A"/>
          </a:solidFill>
          <a:ln w="6350">
            <a:solidFill>
              <a:srgbClr val="007A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30540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Models  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88720" y="33375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dbt run --project-dir oxylabs --profiles-dir oxylabs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548640" cy="64008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404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51560" y="3840480"/>
            <a:ext cx="7726680" cy="640080"/>
          </a:xfrm>
          <a:prstGeom prst="rect">
            <a:avLst/>
          </a:prstGeom>
          <a:solidFill>
            <a:srgbClr val="0A1F3A"/>
          </a:solidFill>
          <a:ln w="6350">
            <a:solidFill>
              <a:srgbClr val="007A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38770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Tests  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88720" y="4160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dbt test --project-dir oxylabs --profiles-dir oxylabs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617720"/>
            <a:ext cx="4114800" cy="347472"/>
          </a:xfrm>
          <a:prstGeom prst="roundRect">
            <a:avLst>
              <a:gd name="adj" fmla="val 21053"/>
            </a:avLst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617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All models build successfully and tests pass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0" y="48006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Oxylabs Technical Task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2D54"/>
          </a:solidFill>
          <a:ln w="12700">
            <a:solidFill>
              <a:srgbClr val="0F2D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&amp; Additional Datasets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91440" cy="9144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D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Scope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deliverable is the MRR waterfall mart. All models and tests are oriented toward producing and validating gold.gold_mrr_waterfall.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87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feature_usage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8620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&amp; staged — supports validation and reporting bounds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29184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364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support_tickets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6393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&amp; staged — available for future marts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40690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E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142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churn_events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4165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&amp; staged — available for future marts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Oxylabs Technical Task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Oxylabs Technical Task</dc:title>
  <dc:subject>PptxGenJS Presentation</dc:subject>
  <dc:creator>Analytics Engineer</dc:creator>
  <cp:lastModifiedBy>Analytics Engineer</cp:lastModifiedBy>
  <cp:revision>1</cp:revision>
  <dcterms:created xsi:type="dcterms:W3CDTF">2026-04-19T14:31:44Z</dcterms:created>
  <dcterms:modified xsi:type="dcterms:W3CDTF">2026-04-19T14:31:44Z</dcterms:modified>
</cp:coreProperties>
</file>